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7" r:id="rId3"/>
    <p:sldId id="279" r:id="rId4"/>
    <p:sldId id="277" r:id="rId5"/>
    <p:sldId id="265" r:id="rId6"/>
    <p:sldId id="266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DCCD3-33A6-CA1B-A85B-836BC4233AAF}" v="184" dt="2025-06-03T08:17:07.335"/>
    <p1510:client id="{2E1C407D-E7C5-4D7E-AF92-EEA011BC9CD3}" v="107" dt="2025-06-03T07:06:21.037"/>
    <p1510:client id="{6E65F7E3-3695-4538-936F-6F7C6B44C298}" v="152" dt="2025-06-02T20:23:31.081"/>
    <p1510:client id="{745AC18F-F0B9-49E6-B1B2-70850220DB09}" v="90" dt="2025-06-03T07:51:55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3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8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8.svg"/><Relationship Id="rId1" Type="http://schemas.openxmlformats.org/officeDocument/2006/relationships/image" Target="../media/image5.png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381521-B7AB-4D65-B2EC-A079D5E81AA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853267B-E4F7-4B54-88D7-C9B06AEDCB6D}">
      <dgm:prSet/>
      <dgm:spPr/>
      <dgm:t>
        <a:bodyPr/>
        <a:lstStyle/>
        <a:p>
          <a:r>
            <a:rPr lang="it-IT"/>
            <a:t>Creare un'applicazione web per gestire i prestiti di libri in una biblioteca.</a:t>
          </a:r>
          <a:endParaRPr lang="en-US"/>
        </a:p>
      </dgm:t>
    </dgm:pt>
    <dgm:pt modelId="{9413DFA0-2D66-4346-A296-F0DFCD606244}" type="parTrans" cxnId="{D8FD1E32-3FF9-4A98-A23B-73AE8D5EC343}">
      <dgm:prSet/>
      <dgm:spPr/>
      <dgm:t>
        <a:bodyPr/>
        <a:lstStyle/>
        <a:p>
          <a:endParaRPr lang="en-US"/>
        </a:p>
      </dgm:t>
    </dgm:pt>
    <dgm:pt modelId="{11B35098-58F5-49F6-829D-C3CD24E146D3}" type="sibTrans" cxnId="{D8FD1E32-3FF9-4A98-A23B-73AE8D5EC343}">
      <dgm:prSet/>
      <dgm:spPr/>
      <dgm:t>
        <a:bodyPr/>
        <a:lstStyle/>
        <a:p>
          <a:endParaRPr lang="en-US"/>
        </a:p>
      </dgm:t>
    </dgm:pt>
    <dgm:pt modelId="{9D48CE42-FA2D-441D-BA89-65AD1AEC0790}">
      <dgm:prSet/>
      <dgm:spPr/>
      <dgm:t>
        <a:bodyPr/>
        <a:lstStyle/>
        <a:p>
          <a:r>
            <a:rPr lang="it-IT"/>
            <a:t>Permettere agli utenti di aggiungere libri, registrare prestiti e visualizzare i libri disponibili.</a:t>
          </a:r>
          <a:endParaRPr lang="en-US"/>
        </a:p>
      </dgm:t>
    </dgm:pt>
    <dgm:pt modelId="{42EDFDF4-1345-4683-B813-203CF00A149F}" type="parTrans" cxnId="{B67F7719-70E1-4C96-9009-8AA451D597C1}">
      <dgm:prSet/>
      <dgm:spPr/>
      <dgm:t>
        <a:bodyPr/>
        <a:lstStyle/>
        <a:p>
          <a:endParaRPr lang="en-US"/>
        </a:p>
      </dgm:t>
    </dgm:pt>
    <dgm:pt modelId="{5CE950F8-93F4-43A1-B71F-64DC550AFB46}" type="sibTrans" cxnId="{B67F7719-70E1-4C96-9009-8AA451D597C1}">
      <dgm:prSet/>
      <dgm:spPr/>
      <dgm:t>
        <a:bodyPr/>
        <a:lstStyle/>
        <a:p>
          <a:endParaRPr lang="en-US"/>
        </a:p>
      </dgm:t>
    </dgm:pt>
    <dgm:pt modelId="{3DC46370-06D2-4CF0-83DC-95EE47A1B55A}" type="pres">
      <dgm:prSet presAssocID="{F9381521-B7AB-4D65-B2EC-A079D5E81AA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0846B157-BBF3-49F3-BDF1-4AF1108BCE62}" type="pres">
      <dgm:prSet presAssocID="{F9381521-B7AB-4D65-B2EC-A079D5E81AAD}" presName="container" presStyleCnt="0">
        <dgm:presLayoutVars>
          <dgm:dir/>
          <dgm:resizeHandles val="exact"/>
        </dgm:presLayoutVars>
      </dgm:prSet>
      <dgm:spPr/>
    </dgm:pt>
    <dgm:pt modelId="{0331526F-91D1-47DD-9006-21831A311FF3}" type="pres">
      <dgm:prSet presAssocID="{E853267B-E4F7-4B54-88D7-C9B06AEDCB6D}" presName="compNode" presStyleCnt="0"/>
      <dgm:spPr/>
    </dgm:pt>
    <dgm:pt modelId="{AA29A24C-30BC-4192-A6AB-9917A3444D7F}" type="pres">
      <dgm:prSet presAssocID="{E853267B-E4F7-4B54-88D7-C9B06AEDCB6D}" presName="iconBgRect" presStyleLbl="bgShp" presStyleIdx="0" presStyleCnt="2"/>
      <dgm:spPr/>
    </dgm:pt>
    <dgm:pt modelId="{EAB9A62C-219F-4B17-9D96-2D58E7C912B0}" type="pres">
      <dgm:prSet presAssocID="{E853267B-E4F7-4B54-88D7-C9B06AEDCB6D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Libri"/>
        </a:ext>
      </dgm:extLst>
    </dgm:pt>
    <dgm:pt modelId="{06F4B009-8C77-448F-A827-E8E6EA881BC9}" type="pres">
      <dgm:prSet presAssocID="{E853267B-E4F7-4B54-88D7-C9B06AEDCB6D}" presName="spaceRect" presStyleCnt="0"/>
      <dgm:spPr/>
    </dgm:pt>
    <dgm:pt modelId="{D04A8EB7-F8FD-421A-9881-C138DE5119B5}" type="pres">
      <dgm:prSet presAssocID="{E853267B-E4F7-4B54-88D7-C9B06AEDCB6D}" presName="textRect" presStyleLbl="revTx" presStyleIdx="0" presStyleCnt="2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  <dgm:pt modelId="{19E32532-B307-43C5-B117-8D53F509A942}" type="pres">
      <dgm:prSet presAssocID="{11B35098-58F5-49F6-829D-C3CD24E146D3}" presName="sibTrans" presStyleLbl="sibTrans2D1" presStyleIdx="0" presStyleCnt="0"/>
      <dgm:spPr/>
      <dgm:t>
        <a:bodyPr/>
        <a:lstStyle/>
        <a:p>
          <a:endParaRPr lang="it-IT"/>
        </a:p>
      </dgm:t>
    </dgm:pt>
    <dgm:pt modelId="{1F5E0E3B-6579-4AE1-B13C-4EA38722FA40}" type="pres">
      <dgm:prSet presAssocID="{9D48CE42-FA2D-441D-BA89-65AD1AEC0790}" presName="compNode" presStyleCnt="0"/>
      <dgm:spPr/>
    </dgm:pt>
    <dgm:pt modelId="{AC3E43F6-4D6D-4C6A-A355-9ED4DF0EF333}" type="pres">
      <dgm:prSet presAssocID="{9D48CE42-FA2D-441D-BA89-65AD1AEC0790}" presName="iconBgRect" presStyleLbl="bgShp" presStyleIdx="1" presStyleCnt="2"/>
      <dgm:spPr/>
    </dgm:pt>
    <dgm:pt modelId="{5EF9D5E0-A75B-44F0-A369-51B839C8FE17}" type="pres">
      <dgm:prSet presAssocID="{9D48CE42-FA2D-441D-BA89-65AD1AEC0790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B6825B0E-D29B-479D-B6FB-FD36DBF728E6}" type="pres">
      <dgm:prSet presAssocID="{9D48CE42-FA2D-441D-BA89-65AD1AEC0790}" presName="spaceRect" presStyleCnt="0"/>
      <dgm:spPr/>
    </dgm:pt>
    <dgm:pt modelId="{DC78CED8-6267-4832-AF23-1EAB43025C6B}" type="pres">
      <dgm:prSet presAssocID="{9D48CE42-FA2D-441D-BA89-65AD1AEC0790}" presName="textRect" presStyleLbl="revTx" presStyleIdx="1" presStyleCnt="2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3D713D1E-281C-45C5-AAF2-29F916AE9A63}" type="presOf" srcId="{9D48CE42-FA2D-441D-BA89-65AD1AEC0790}" destId="{DC78CED8-6267-4832-AF23-1EAB43025C6B}" srcOrd="0" destOrd="0" presId="urn:microsoft.com/office/officeart/2018/2/layout/IconCircleList"/>
    <dgm:cxn modelId="{B67F7719-70E1-4C96-9009-8AA451D597C1}" srcId="{F9381521-B7AB-4D65-B2EC-A079D5E81AAD}" destId="{9D48CE42-FA2D-441D-BA89-65AD1AEC0790}" srcOrd="1" destOrd="0" parTransId="{42EDFDF4-1345-4683-B813-203CF00A149F}" sibTransId="{5CE950F8-93F4-43A1-B71F-64DC550AFB46}"/>
    <dgm:cxn modelId="{6464B878-62E7-4BFF-9DE8-FF82704B9F7D}" type="presOf" srcId="{F9381521-B7AB-4D65-B2EC-A079D5E81AAD}" destId="{3DC46370-06D2-4CF0-83DC-95EE47A1B55A}" srcOrd="0" destOrd="0" presId="urn:microsoft.com/office/officeart/2018/2/layout/IconCircleList"/>
    <dgm:cxn modelId="{D8FD1E32-3FF9-4A98-A23B-73AE8D5EC343}" srcId="{F9381521-B7AB-4D65-B2EC-A079D5E81AAD}" destId="{E853267B-E4F7-4B54-88D7-C9B06AEDCB6D}" srcOrd="0" destOrd="0" parTransId="{9413DFA0-2D66-4346-A296-F0DFCD606244}" sibTransId="{11B35098-58F5-49F6-829D-C3CD24E146D3}"/>
    <dgm:cxn modelId="{F62AD2E9-8376-4816-A69B-616C908EF929}" type="presOf" srcId="{11B35098-58F5-49F6-829D-C3CD24E146D3}" destId="{19E32532-B307-43C5-B117-8D53F509A942}" srcOrd="0" destOrd="0" presId="urn:microsoft.com/office/officeart/2018/2/layout/IconCircleList"/>
    <dgm:cxn modelId="{2717B376-7B2E-400B-BCDD-768994D0939F}" type="presOf" srcId="{E853267B-E4F7-4B54-88D7-C9B06AEDCB6D}" destId="{D04A8EB7-F8FD-421A-9881-C138DE5119B5}" srcOrd="0" destOrd="0" presId="urn:microsoft.com/office/officeart/2018/2/layout/IconCircleList"/>
    <dgm:cxn modelId="{33ED196D-C78D-49B1-82BB-ECA77BE17D3E}" type="presParOf" srcId="{3DC46370-06D2-4CF0-83DC-95EE47A1B55A}" destId="{0846B157-BBF3-49F3-BDF1-4AF1108BCE62}" srcOrd="0" destOrd="0" presId="urn:microsoft.com/office/officeart/2018/2/layout/IconCircleList"/>
    <dgm:cxn modelId="{0CFEB8E5-5950-4251-B9F9-5C3B5A07DF19}" type="presParOf" srcId="{0846B157-BBF3-49F3-BDF1-4AF1108BCE62}" destId="{0331526F-91D1-47DD-9006-21831A311FF3}" srcOrd="0" destOrd="0" presId="urn:microsoft.com/office/officeart/2018/2/layout/IconCircleList"/>
    <dgm:cxn modelId="{5C0E6DAC-DA2D-47BC-8EAF-35EA39FFB3A5}" type="presParOf" srcId="{0331526F-91D1-47DD-9006-21831A311FF3}" destId="{AA29A24C-30BC-4192-A6AB-9917A3444D7F}" srcOrd="0" destOrd="0" presId="urn:microsoft.com/office/officeart/2018/2/layout/IconCircleList"/>
    <dgm:cxn modelId="{5CB91D79-7587-424B-BE10-0C5A095DA8B1}" type="presParOf" srcId="{0331526F-91D1-47DD-9006-21831A311FF3}" destId="{EAB9A62C-219F-4B17-9D96-2D58E7C912B0}" srcOrd="1" destOrd="0" presId="urn:microsoft.com/office/officeart/2018/2/layout/IconCircleList"/>
    <dgm:cxn modelId="{86BE5246-C06E-477E-9912-435413EC6AD2}" type="presParOf" srcId="{0331526F-91D1-47DD-9006-21831A311FF3}" destId="{06F4B009-8C77-448F-A827-E8E6EA881BC9}" srcOrd="2" destOrd="0" presId="urn:microsoft.com/office/officeart/2018/2/layout/IconCircleList"/>
    <dgm:cxn modelId="{39DED4D2-076F-42A7-B0B6-46623C9B5E84}" type="presParOf" srcId="{0331526F-91D1-47DD-9006-21831A311FF3}" destId="{D04A8EB7-F8FD-421A-9881-C138DE5119B5}" srcOrd="3" destOrd="0" presId="urn:microsoft.com/office/officeart/2018/2/layout/IconCircleList"/>
    <dgm:cxn modelId="{699E8839-43E6-4EF4-BC5E-219007B1B765}" type="presParOf" srcId="{0846B157-BBF3-49F3-BDF1-4AF1108BCE62}" destId="{19E32532-B307-43C5-B117-8D53F509A942}" srcOrd="1" destOrd="0" presId="urn:microsoft.com/office/officeart/2018/2/layout/IconCircleList"/>
    <dgm:cxn modelId="{32F88FA8-4575-4B12-AEB5-102884F1ABAA}" type="presParOf" srcId="{0846B157-BBF3-49F3-BDF1-4AF1108BCE62}" destId="{1F5E0E3B-6579-4AE1-B13C-4EA38722FA40}" srcOrd="2" destOrd="0" presId="urn:microsoft.com/office/officeart/2018/2/layout/IconCircleList"/>
    <dgm:cxn modelId="{744801B8-F7D6-4092-B33F-7F7C262C7E6E}" type="presParOf" srcId="{1F5E0E3B-6579-4AE1-B13C-4EA38722FA40}" destId="{AC3E43F6-4D6D-4C6A-A355-9ED4DF0EF333}" srcOrd="0" destOrd="0" presId="urn:microsoft.com/office/officeart/2018/2/layout/IconCircleList"/>
    <dgm:cxn modelId="{230DC29E-EB0C-44FF-814F-09586391AC7D}" type="presParOf" srcId="{1F5E0E3B-6579-4AE1-B13C-4EA38722FA40}" destId="{5EF9D5E0-A75B-44F0-A369-51B839C8FE17}" srcOrd="1" destOrd="0" presId="urn:microsoft.com/office/officeart/2018/2/layout/IconCircleList"/>
    <dgm:cxn modelId="{85D70CED-A644-4CC0-9384-AC65972CDA18}" type="presParOf" srcId="{1F5E0E3B-6579-4AE1-B13C-4EA38722FA40}" destId="{B6825B0E-D29B-479D-B6FB-FD36DBF728E6}" srcOrd="2" destOrd="0" presId="urn:microsoft.com/office/officeart/2018/2/layout/IconCircleList"/>
    <dgm:cxn modelId="{F7BEEA7B-3336-486A-95B8-720688A94ABE}" type="presParOf" srcId="{1F5E0E3B-6579-4AE1-B13C-4EA38722FA40}" destId="{DC78CED8-6267-4832-AF23-1EAB43025C6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381521-B7AB-4D65-B2EC-A079D5E81A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53267B-E4F7-4B54-88D7-C9B06AEDCB6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Aptos Display" panose="020F0302020204030204"/>
            </a:rPr>
            <a:t>Aggiunta del libro nella bibilioteca</a:t>
          </a:r>
          <a:endParaRPr lang="en-US"/>
        </a:p>
      </dgm:t>
    </dgm:pt>
    <dgm:pt modelId="{9413DFA0-2D66-4346-A296-F0DFCD606244}" type="parTrans" cxnId="{D8FD1E32-3FF9-4A98-A23B-73AE8D5EC343}">
      <dgm:prSet/>
      <dgm:spPr/>
      <dgm:t>
        <a:bodyPr/>
        <a:lstStyle/>
        <a:p>
          <a:endParaRPr lang="en-US"/>
        </a:p>
      </dgm:t>
    </dgm:pt>
    <dgm:pt modelId="{11B35098-58F5-49F6-829D-C3CD24E146D3}" type="sibTrans" cxnId="{D8FD1E32-3FF9-4A98-A23B-73AE8D5EC343}">
      <dgm:prSet phldrT="1"/>
      <dgm:spPr/>
      <dgm:t>
        <a:bodyPr/>
        <a:lstStyle/>
        <a:p>
          <a:endParaRPr lang="en-US"/>
        </a:p>
      </dgm:t>
    </dgm:pt>
    <dgm:pt modelId="{9D48CE42-FA2D-441D-BA89-65AD1AEC079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Aptos Display" panose="020F0302020204030204"/>
            </a:rPr>
            <a:t>Registra prestito/registra e restituzione</a:t>
          </a:r>
          <a:endParaRPr lang="it-IT"/>
        </a:p>
      </dgm:t>
    </dgm:pt>
    <dgm:pt modelId="{42EDFDF4-1345-4683-B813-203CF00A149F}" type="parTrans" cxnId="{B67F7719-70E1-4C96-9009-8AA451D597C1}">
      <dgm:prSet/>
      <dgm:spPr/>
      <dgm:t>
        <a:bodyPr/>
        <a:lstStyle/>
        <a:p>
          <a:endParaRPr lang="en-US"/>
        </a:p>
      </dgm:t>
    </dgm:pt>
    <dgm:pt modelId="{5CE950F8-93F4-43A1-B71F-64DC550AFB46}" type="sibTrans" cxnId="{B67F7719-70E1-4C96-9009-8AA451D597C1}">
      <dgm:prSet phldrT="2"/>
      <dgm:spPr/>
      <dgm:t>
        <a:bodyPr/>
        <a:lstStyle/>
        <a:p>
          <a:endParaRPr lang="en-US"/>
        </a:p>
      </dgm:t>
    </dgm:pt>
    <dgm:pt modelId="{CCE8A6BD-B601-4A71-953C-37175B42E2D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Aptos Display" panose="020F0302020204030204"/>
            </a:rPr>
            <a:t>Storico dei prestiti</a:t>
          </a:r>
        </a:p>
      </dgm:t>
    </dgm:pt>
    <dgm:pt modelId="{FE0B5E27-5807-4737-B13E-C1EC215DB2FA}" type="parTrans" cxnId="{8119A62D-CDF1-4393-A332-7F94207B83CC}">
      <dgm:prSet/>
      <dgm:spPr/>
    </dgm:pt>
    <dgm:pt modelId="{EA64A327-2002-4886-8D73-C862E989AAD7}" type="sibTrans" cxnId="{8119A62D-CDF1-4393-A332-7F94207B83CC}">
      <dgm:prSet/>
      <dgm:spPr/>
      <dgm:t>
        <a:bodyPr/>
        <a:lstStyle/>
        <a:p>
          <a:endParaRPr lang="it-IT"/>
        </a:p>
      </dgm:t>
    </dgm:pt>
    <dgm:pt modelId="{20434AD6-B7EE-4D10-8E3A-18E8D5F93C0D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it-IT">
              <a:latin typeface="Aptos Display" panose="020F0302020204030204"/>
            </a:rPr>
            <a:t>Elenco dei libri disponibili o in prestito</a:t>
          </a:r>
          <a:endParaRPr lang="it-IT"/>
        </a:p>
      </dgm:t>
    </dgm:pt>
    <dgm:pt modelId="{7D6793A1-476A-428A-A27E-910EB75919D1}" type="parTrans" cxnId="{91A31AFB-1A37-40FD-A01B-1AB6A1D7B29D}">
      <dgm:prSet/>
      <dgm:spPr/>
    </dgm:pt>
    <dgm:pt modelId="{FE1EBE2E-517F-4102-806E-64CFF067FB10}" type="sibTrans" cxnId="{91A31AFB-1A37-40FD-A01B-1AB6A1D7B29D}">
      <dgm:prSet/>
      <dgm:spPr/>
      <dgm:t>
        <a:bodyPr/>
        <a:lstStyle/>
        <a:p>
          <a:endParaRPr lang="it-IT"/>
        </a:p>
      </dgm:t>
    </dgm:pt>
    <dgm:pt modelId="{CCA93CB6-4EFA-4433-B037-23882FD14E65}" type="pres">
      <dgm:prSet presAssocID="{F9381521-B7AB-4D65-B2EC-A079D5E81AA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it-IT"/>
        </a:p>
      </dgm:t>
    </dgm:pt>
    <dgm:pt modelId="{699B6F54-B52F-40F0-9B60-408F3EAA6734}" type="pres">
      <dgm:prSet presAssocID="{E853267B-E4F7-4B54-88D7-C9B06AEDCB6D}" presName="compNode" presStyleCnt="0"/>
      <dgm:spPr/>
    </dgm:pt>
    <dgm:pt modelId="{ED30016D-1B5E-47FB-B47F-36642E422FB1}" type="pres">
      <dgm:prSet presAssocID="{E853267B-E4F7-4B54-88D7-C9B06AEDCB6D}" presName="iconRect" presStyleLbl="nod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Aggiungere"/>
        </a:ext>
      </dgm:extLst>
    </dgm:pt>
    <dgm:pt modelId="{E0852E6A-C42A-4A0F-B0DC-FFD4B0EEF1C1}" type="pres">
      <dgm:prSet presAssocID="{E853267B-E4F7-4B54-88D7-C9B06AEDCB6D}" presName="spaceRect" presStyleCnt="0"/>
      <dgm:spPr/>
    </dgm:pt>
    <dgm:pt modelId="{DA8F0671-A55E-4BA6-BB50-4D307CD382D5}" type="pres">
      <dgm:prSet presAssocID="{E853267B-E4F7-4B54-88D7-C9B06AEDCB6D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  <dgm:pt modelId="{E36E94E7-A25A-4455-BE5E-4D1419807410}" type="pres">
      <dgm:prSet presAssocID="{11B35098-58F5-49F6-829D-C3CD24E146D3}" presName="sibTrans" presStyleCnt="0"/>
      <dgm:spPr/>
    </dgm:pt>
    <dgm:pt modelId="{CB50A8D6-AA4C-4C85-99AB-655426F8B8A1}" type="pres">
      <dgm:prSet presAssocID="{9D48CE42-FA2D-441D-BA89-65AD1AEC0790}" presName="compNode" presStyleCnt="0"/>
      <dgm:spPr/>
    </dgm:pt>
    <dgm:pt modelId="{4C2765AC-8042-4E02-A790-4D91A1AEC395}" type="pres">
      <dgm:prSet presAssocID="{9D48CE42-FA2D-441D-BA89-65AD1AEC07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7498E8B8-4446-4E69-85D3-146DBCC2326F}" type="pres">
      <dgm:prSet presAssocID="{9D48CE42-FA2D-441D-BA89-65AD1AEC0790}" presName="spaceRect" presStyleCnt="0"/>
      <dgm:spPr/>
    </dgm:pt>
    <dgm:pt modelId="{378A3CF6-F48D-4F2B-A94C-A777E7BD1481}" type="pres">
      <dgm:prSet presAssocID="{9D48CE42-FA2D-441D-BA89-65AD1AEC0790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  <dgm:pt modelId="{3E2BF781-9868-46B8-AF58-4C27D56EC164}" type="pres">
      <dgm:prSet presAssocID="{5CE950F8-93F4-43A1-B71F-64DC550AFB46}" presName="sibTrans" presStyleCnt="0"/>
      <dgm:spPr/>
    </dgm:pt>
    <dgm:pt modelId="{8A394D56-0633-4133-A9CD-7450D95BB638}" type="pres">
      <dgm:prSet presAssocID="{CCE8A6BD-B601-4A71-953C-37175B42E2DC}" presName="compNode" presStyleCnt="0"/>
      <dgm:spPr/>
    </dgm:pt>
    <dgm:pt modelId="{EFEB52C2-DAEC-48A8-B308-A9BCAF0B9A43}" type="pres">
      <dgm:prSet presAssocID="{CCE8A6BD-B601-4A71-953C-37175B42E2D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Denaro"/>
        </a:ext>
      </dgm:extLst>
    </dgm:pt>
    <dgm:pt modelId="{FC74D230-FE47-4BD5-AEE4-E084582F2975}" type="pres">
      <dgm:prSet presAssocID="{CCE8A6BD-B601-4A71-953C-37175B42E2DC}" presName="spaceRect" presStyleCnt="0"/>
      <dgm:spPr/>
    </dgm:pt>
    <dgm:pt modelId="{61446C63-3180-430C-8921-0B2FFA46FDE4}" type="pres">
      <dgm:prSet presAssocID="{CCE8A6BD-B601-4A71-953C-37175B42E2DC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  <dgm:pt modelId="{BC20A87E-3D3A-4715-A010-BD35475F38A8}" type="pres">
      <dgm:prSet presAssocID="{EA64A327-2002-4886-8D73-C862E989AAD7}" presName="sibTrans" presStyleCnt="0"/>
      <dgm:spPr/>
    </dgm:pt>
    <dgm:pt modelId="{3B11CDFB-8079-4134-9108-9CE1E5316ECC}" type="pres">
      <dgm:prSet presAssocID="{20434AD6-B7EE-4D10-8E3A-18E8D5F93C0D}" presName="compNode" presStyleCnt="0"/>
      <dgm:spPr/>
    </dgm:pt>
    <dgm:pt modelId="{C804F958-BD01-460A-96E3-239D38D701AA}" type="pres">
      <dgm:prSet presAssocID="{20434AD6-B7EE-4D10-8E3A-18E8D5F93C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it-IT"/>
        </a:p>
      </dgm:t>
      <dgm:extLst>
        <a:ext uri="{E40237B7-FDA0-4F09-8148-C483321AD2D9}">
          <dgm14:cNvPr xmlns:dgm14="http://schemas.microsoft.com/office/drawing/2010/diagram" id="0" name="" descr="Libri"/>
        </a:ext>
      </dgm:extLst>
    </dgm:pt>
    <dgm:pt modelId="{2F9A2E91-CBE4-412B-9B1A-9606B823D7D9}" type="pres">
      <dgm:prSet presAssocID="{20434AD6-B7EE-4D10-8E3A-18E8D5F93C0D}" presName="spaceRect" presStyleCnt="0"/>
      <dgm:spPr/>
    </dgm:pt>
    <dgm:pt modelId="{FA587255-42CC-484D-A535-C6A289689833}" type="pres">
      <dgm:prSet presAssocID="{20434AD6-B7EE-4D10-8E3A-18E8D5F93C0D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it-IT"/>
        </a:p>
      </dgm:t>
    </dgm:pt>
  </dgm:ptLst>
  <dgm:cxnLst>
    <dgm:cxn modelId="{B67F7719-70E1-4C96-9009-8AA451D597C1}" srcId="{F9381521-B7AB-4D65-B2EC-A079D5E81AAD}" destId="{9D48CE42-FA2D-441D-BA89-65AD1AEC0790}" srcOrd="1" destOrd="0" parTransId="{42EDFDF4-1345-4683-B813-203CF00A149F}" sibTransId="{5CE950F8-93F4-43A1-B71F-64DC550AFB46}"/>
    <dgm:cxn modelId="{D8FD1E32-3FF9-4A98-A23B-73AE8D5EC343}" srcId="{F9381521-B7AB-4D65-B2EC-A079D5E81AAD}" destId="{E853267B-E4F7-4B54-88D7-C9B06AEDCB6D}" srcOrd="0" destOrd="0" parTransId="{9413DFA0-2D66-4346-A296-F0DFCD606244}" sibTransId="{11B35098-58F5-49F6-829D-C3CD24E146D3}"/>
    <dgm:cxn modelId="{55ABEC2E-D99A-49F4-AE02-5E5D069E775F}" type="presOf" srcId="{9D48CE42-FA2D-441D-BA89-65AD1AEC0790}" destId="{378A3CF6-F48D-4F2B-A94C-A777E7BD1481}" srcOrd="0" destOrd="0" presId="urn:microsoft.com/office/officeart/2018/2/layout/IconLabelList"/>
    <dgm:cxn modelId="{B8A2566C-42B2-491B-ADDC-935F3F99DE44}" type="presOf" srcId="{F9381521-B7AB-4D65-B2EC-A079D5E81AAD}" destId="{CCA93CB6-4EFA-4433-B037-23882FD14E65}" srcOrd="0" destOrd="0" presId="urn:microsoft.com/office/officeart/2018/2/layout/IconLabelList"/>
    <dgm:cxn modelId="{A4236973-5F7D-4169-853E-FE2862D706B4}" type="presOf" srcId="{E853267B-E4F7-4B54-88D7-C9B06AEDCB6D}" destId="{DA8F0671-A55E-4BA6-BB50-4D307CD382D5}" srcOrd="0" destOrd="0" presId="urn:microsoft.com/office/officeart/2018/2/layout/IconLabelList"/>
    <dgm:cxn modelId="{AD9745D3-D5BD-48D2-BAED-08F3C897DE7A}" type="presOf" srcId="{20434AD6-B7EE-4D10-8E3A-18E8D5F93C0D}" destId="{FA587255-42CC-484D-A535-C6A289689833}" srcOrd="0" destOrd="0" presId="urn:microsoft.com/office/officeart/2018/2/layout/IconLabelList"/>
    <dgm:cxn modelId="{8119A62D-CDF1-4393-A332-7F94207B83CC}" srcId="{F9381521-B7AB-4D65-B2EC-A079D5E81AAD}" destId="{CCE8A6BD-B601-4A71-953C-37175B42E2DC}" srcOrd="2" destOrd="0" parTransId="{FE0B5E27-5807-4737-B13E-C1EC215DB2FA}" sibTransId="{EA64A327-2002-4886-8D73-C862E989AAD7}"/>
    <dgm:cxn modelId="{91A31AFB-1A37-40FD-A01B-1AB6A1D7B29D}" srcId="{F9381521-B7AB-4D65-B2EC-A079D5E81AAD}" destId="{20434AD6-B7EE-4D10-8E3A-18E8D5F93C0D}" srcOrd="3" destOrd="0" parTransId="{7D6793A1-476A-428A-A27E-910EB75919D1}" sibTransId="{FE1EBE2E-517F-4102-806E-64CFF067FB10}"/>
    <dgm:cxn modelId="{FD92CD52-89DD-461B-9ED4-366C180E6D50}" type="presOf" srcId="{CCE8A6BD-B601-4A71-953C-37175B42E2DC}" destId="{61446C63-3180-430C-8921-0B2FFA46FDE4}" srcOrd="0" destOrd="0" presId="urn:microsoft.com/office/officeart/2018/2/layout/IconLabelList"/>
    <dgm:cxn modelId="{C5FD7AD6-0042-4DA1-BFB6-CCFA4570697C}" type="presParOf" srcId="{CCA93CB6-4EFA-4433-B037-23882FD14E65}" destId="{699B6F54-B52F-40F0-9B60-408F3EAA6734}" srcOrd="0" destOrd="0" presId="urn:microsoft.com/office/officeart/2018/2/layout/IconLabelList"/>
    <dgm:cxn modelId="{F5A4DFB1-171C-45AC-AB5A-2C1D0C62BE29}" type="presParOf" srcId="{699B6F54-B52F-40F0-9B60-408F3EAA6734}" destId="{ED30016D-1B5E-47FB-B47F-36642E422FB1}" srcOrd="0" destOrd="0" presId="urn:microsoft.com/office/officeart/2018/2/layout/IconLabelList"/>
    <dgm:cxn modelId="{D7693C4A-573D-4B2F-A62F-1D9BC5A76829}" type="presParOf" srcId="{699B6F54-B52F-40F0-9B60-408F3EAA6734}" destId="{E0852E6A-C42A-4A0F-B0DC-FFD4B0EEF1C1}" srcOrd="1" destOrd="0" presId="urn:microsoft.com/office/officeart/2018/2/layout/IconLabelList"/>
    <dgm:cxn modelId="{AF248DB5-CDE6-4089-9148-01B658CA6AEF}" type="presParOf" srcId="{699B6F54-B52F-40F0-9B60-408F3EAA6734}" destId="{DA8F0671-A55E-4BA6-BB50-4D307CD382D5}" srcOrd="2" destOrd="0" presId="urn:microsoft.com/office/officeart/2018/2/layout/IconLabelList"/>
    <dgm:cxn modelId="{58261ADD-E4CA-472F-BAC2-65ED173177C8}" type="presParOf" srcId="{CCA93CB6-4EFA-4433-B037-23882FD14E65}" destId="{E36E94E7-A25A-4455-BE5E-4D1419807410}" srcOrd="1" destOrd="0" presId="urn:microsoft.com/office/officeart/2018/2/layout/IconLabelList"/>
    <dgm:cxn modelId="{9FC1B507-FCEA-4105-9519-776965642525}" type="presParOf" srcId="{CCA93CB6-4EFA-4433-B037-23882FD14E65}" destId="{CB50A8D6-AA4C-4C85-99AB-655426F8B8A1}" srcOrd="2" destOrd="0" presId="urn:microsoft.com/office/officeart/2018/2/layout/IconLabelList"/>
    <dgm:cxn modelId="{93EEE9E8-D451-495E-AC0E-650D9066CDE5}" type="presParOf" srcId="{CB50A8D6-AA4C-4C85-99AB-655426F8B8A1}" destId="{4C2765AC-8042-4E02-A790-4D91A1AEC395}" srcOrd="0" destOrd="0" presId="urn:microsoft.com/office/officeart/2018/2/layout/IconLabelList"/>
    <dgm:cxn modelId="{7DAD44C2-DB6E-47E9-B966-1811FBF7E003}" type="presParOf" srcId="{CB50A8D6-AA4C-4C85-99AB-655426F8B8A1}" destId="{7498E8B8-4446-4E69-85D3-146DBCC2326F}" srcOrd="1" destOrd="0" presId="urn:microsoft.com/office/officeart/2018/2/layout/IconLabelList"/>
    <dgm:cxn modelId="{FAA2578A-3FA3-455F-A3DB-B0B68DF9E4E7}" type="presParOf" srcId="{CB50A8D6-AA4C-4C85-99AB-655426F8B8A1}" destId="{378A3CF6-F48D-4F2B-A94C-A777E7BD1481}" srcOrd="2" destOrd="0" presId="urn:microsoft.com/office/officeart/2018/2/layout/IconLabelList"/>
    <dgm:cxn modelId="{12C18C2A-8721-409B-8D63-E263CD9FF2F6}" type="presParOf" srcId="{CCA93CB6-4EFA-4433-B037-23882FD14E65}" destId="{3E2BF781-9868-46B8-AF58-4C27D56EC164}" srcOrd="3" destOrd="0" presId="urn:microsoft.com/office/officeart/2018/2/layout/IconLabelList"/>
    <dgm:cxn modelId="{969CA812-3040-4B95-8359-817481792BD5}" type="presParOf" srcId="{CCA93CB6-4EFA-4433-B037-23882FD14E65}" destId="{8A394D56-0633-4133-A9CD-7450D95BB638}" srcOrd="4" destOrd="0" presId="urn:microsoft.com/office/officeart/2018/2/layout/IconLabelList"/>
    <dgm:cxn modelId="{2377B4D1-1835-4213-BE47-4609DF3D9FC1}" type="presParOf" srcId="{8A394D56-0633-4133-A9CD-7450D95BB638}" destId="{EFEB52C2-DAEC-48A8-B308-A9BCAF0B9A43}" srcOrd="0" destOrd="0" presId="urn:microsoft.com/office/officeart/2018/2/layout/IconLabelList"/>
    <dgm:cxn modelId="{DEFFD6A2-804F-4CC9-AB2E-ED36CBEBA5FA}" type="presParOf" srcId="{8A394D56-0633-4133-A9CD-7450D95BB638}" destId="{FC74D230-FE47-4BD5-AEE4-E084582F2975}" srcOrd="1" destOrd="0" presId="urn:microsoft.com/office/officeart/2018/2/layout/IconLabelList"/>
    <dgm:cxn modelId="{2DC2397E-84F8-4A45-AD4A-4EB2468238F1}" type="presParOf" srcId="{8A394D56-0633-4133-A9CD-7450D95BB638}" destId="{61446C63-3180-430C-8921-0B2FFA46FDE4}" srcOrd="2" destOrd="0" presId="urn:microsoft.com/office/officeart/2018/2/layout/IconLabelList"/>
    <dgm:cxn modelId="{9D4C0E32-FE8C-47CC-91B2-B6B4E16A3AFD}" type="presParOf" srcId="{CCA93CB6-4EFA-4433-B037-23882FD14E65}" destId="{BC20A87E-3D3A-4715-A010-BD35475F38A8}" srcOrd="5" destOrd="0" presId="urn:microsoft.com/office/officeart/2018/2/layout/IconLabelList"/>
    <dgm:cxn modelId="{51C80D63-8406-4195-A05C-148D0A0B043A}" type="presParOf" srcId="{CCA93CB6-4EFA-4433-B037-23882FD14E65}" destId="{3B11CDFB-8079-4134-9108-9CE1E5316ECC}" srcOrd="6" destOrd="0" presId="urn:microsoft.com/office/officeart/2018/2/layout/IconLabelList"/>
    <dgm:cxn modelId="{5F987678-50F5-4113-BD74-A9811FDBA68C}" type="presParOf" srcId="{3B11CDFB-8079-4134-9108-9CE1E5316ECC}" destId="{C804F958-BD01-460A-96E3-239D38D701AA}" srcOrd="0" destOrd="0" presId="urn:microsoft.com/office/officeart/2018/2/layout/IconLabelList"/>
    <dgm:cxn modelId="{30B35542-1BE9-4392-83D7-5BD4C187BEAE}" type="presParOf" srcId="{3B11CDFB-8079-4134-9108-9CE1E5316ECC}" destId="{2F9A2E91-CBE4-412B-9B1A-9606B823D7D9}" srcOrd="1" destOrd="0" presId="urn:microsoft.com/office/officeart/2018/2/layout/IconLabelList"/>
    <dgm:cxn modelId="{8A244DA1-1991-4261-9D00-CAB8639B4003}" type="presParOf" srcId="{3B11CDFB-8079-4134-9108-9CE1E5316ECC}" destId="{FA587255-42CC-484D-A535-C6A2896898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9A24C-30BC-4192-A6AB-9917A3444D7F}">
      <dsp:nvSpPr>
        <dsp:cNvPr id="0" name=""/>
        <dsp:cNvSpPr/>
      </dsp:nvSpPr>
      <dsp:spPr>
        <a:xfrm>
          <a:off x="282221" y="141040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9A62C-219F-4B17-9D96-2D58E7C912B0}">
      <dsp:nvSpPr>
        <dsp:cNvPr id="0" name=""/>
        <dsp:cNvSpPr/>
      </dsp:nvSpPr>
      <dsp:spPr>
        <a:xfrm>
          <a:off x="570337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4A8EB7-F8FD-421A-9881-C138DE5119B5}">
      <dsp:nvSpPr>
        <dsp:cNvPr id="0" name=""/>
        <dsp:cNvSpPr/>
      </dsp:nvSpPr>
      <dsp:spPr>
        <a:xfrm>
          <a:off x="1948202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900" kern="1200"/>
            <a:t>Creare un'applicazione web per gestire i prestiti di libri in una biblioteca.</a:t>
          </a:r>
          <a:endParaRPr lang="en-US" sz="1900" kern="1200"/>
        </a:p>
      </dsp:txBody>
      <dsp:txXfrm>
        <a:off x="1948202" y="1410409"/>
        <a:ext cx="3233964" cy="1371985"/>
      </dsp:txXfrm>
    </dsp:sp>
    <dsp:sp modelId="{AC3E43F6-4D6D-4C6A-A355-9ED4DF0EF333}">
      <dsp:nvSpPr>
        <dsp:cNvPr id="0" name=""/>
        <dsp:cNvSpPr/>
      </dsp:nvSpPr>
      <dsp:spPr>
        <a:xfrm>
          <a:off x="5745661" y="141040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9D5E0-A75B-44F0-A369-51B839C8FE17}">
      <dsp:nvSpPr>
        <dsp:cNvPr id="0" name=""/>
        <dsp:cNvSpPr/>
      </dsp:nvSpPr>
      <dsp:spPr>
        <a:xfrm>
          <a:off x="6033778" y="1698526"/>
          <a:ext cx="795751" cy="79575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8CED8-6267-4832-AF23-1EAB43025C6B}">
      <dsp:nvSpPr>
        <dsp:cNvPr id="0" name=""/>
        <dsp:cNvSpPr/>
      </dsp:nvSpPr>
      <dsp:spPr>
        <a:xfrm>
          <a:off x="7411643" y="141040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it-IT" sz="1900" kern="1200"/>
            <a:t>Permettere agli utenti di aggiungere libri, registrare prestiti e visualizzare i libri disponibili.</a:t>
          </a:r>
          <a:endParaRPr lang="en-US" sz="1900" kern="1200"/>
        </a:p>
      </dsp:txBody>
      <dsp:txXfrm>
        <a:off x="7411643" y="1410409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0016D-1B5E-47FB-B47F-36642E422FB1}">
      <dsp:nvSpPr>
        <dsp:cNvPr id="0" name=""/>
        <dsp:cNvSpPr/>
      </dsp:nvSpPr>
      <dsp:spPr>
        <a:xfrm>
          <a:off x="909581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F0671-A55E-4BA6-BB50-4D307CD382D5}">
      <dsp:nvSpPr>
        <dsp:cNvPr id="0" name=""/>
        <dsp:cNvSpPr/>
      </dsp:nvSpPr>
      <dsp:spPr>
        <a:xfrm>
          <a:off x="139792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>
              <a:latin typeface="Aptos Display" panose="020F0302020204030204"/>
            </a:rPr>
            <a:t>Aggiunta del libro nella bibilioteca</a:t>
          </a:r>
          <a:endParaRPr lang="en-US" sz="2200" kern="1200"/>
        </a:p>
      </dsp:txBody>
      <dsp:txXfrm>
        <a:off x="139792" y="2132902"/>
        <a:ext cx="2799230" cy="720000"/>
      </dsp:txXfrm>
    </dsp:sp>
    <dsp:sp modelId="{4C2765AC-8042-4E02-A790-4D91A1AEC395}">
      <dsp:nvSpPr>
        <dsp:cNvPr id="0" name=""/>
        <dsp:cNvSpPr/>
      </dsp:nvSpPr>
      <dsp:spPr>
        <a:xfrm>
          <a:off x="4198677" y="488911"/>
          <a:ext cx="1259653" cy="12596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A3CF6-F48D-4F2B-A94C-A777E7BD1481}">
      <dsp:nvSpPr>
        <dsp:cNvPr id="0" name=""/>
        <dsp:cNvSpPr/>
      </dsp:nvSpPr>
      <dsp:spPr>
        <a:xfrm>
          <a:off x="3428889" y="2132902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>
              <a:latin typeface="Aptos Display" panose="020F0302020204030204"/>
            </a:rPr>
            <a:t>Registra prestito/registra e restituzione</a:t>
          </a:r>
          <a:endParaRPr lang="it-IT" sz="2200" kern="1200"/>
        </a:p>
      </dsp:txBody>
      <dsp:txXfrm>
        <a:off x="3428889" y="2132902"/>
        <a:ext cx="2799230" cy="720000"/>
      </dsp:txXfrm>
    </dsp:sp>
    <dsp:sp modelId="{EFEB52C2-DAEC-48A8-B308-A9BCAF0B9A43}">
      <dsp:nvSpPr>
        <dsp:cNvPr id="0" name=""/>
        <dsp:cNvSpPr/>
      </dsp:nvSpPr>
      <dsp:spPr>
        <a:xfrm>
          <a:off x="909581" y="3552710"/>
          <a:ext cx="1259653" cy="12596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46C63-3180-430C-8921-0B2FFA46FDE4}">
      <dsp:nvSpPr>
        <dsp:cNvPr id="0" name=""/>
        <dsp:cNvSpPr/>
      </dsp:nvSpPr>
      <dsp:spPr>
        <a:xfrm>
          <a:off x="139792" y="5196701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>
              <a:latin typeface="Aptos Display" panose="020F0302020204030204"/>
            </a:rPr>
            <a:t>Storico dei prestiti</a:t>
          </a:r>
        </a:p>
      </dsp:txBody>
      <dsp:txXfrm>
        <a:off x="139792" y="5196701"/>
        <a:ext cx="2799230" cy="720000"/>
      </dsp:txXfrm>
    </dsp:sp>
    <dsp:sp modelId="{C804F958-BD01-460A-96E3-239D38D701AA}">
      <dsp:nvSpPr>
        <dsp:cNvPr id="0" name=""/>
        <dsp:cNvSpPr/>
      </dsp:nvSpPr>
      <dsp:spPr>
        <a:xfrm>
          <a:off x="4198677" y="3552710"/>
          <a:ext cx="1259653" cy="12596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87255-42CC-484D-A535-C6A289689833}">
      <dsp:nvSpPr>
        <dsp:cNvPr id="0" name=""/>
        <dsp:cNvSpPr/>
      </dsp:nvSpPr>
      <dsp:spPr>
        <a:xfrm>
          <a:off x="3428889" y="5196701"/>
          <a:ext cx="27992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it-IT" sz="2200" kern="1200">
              <a:latin typeface="Aptos Display" panose="020F0302020204030204"/>
            </a:rPr>
            <a:t>Elenco dei libri disponibili o in prestito</a:t>
          </a:r>
          <a:endParaRPr lang="it-IT" sz="2200" kern="1200"/>
        </a:p>
      </dsp:txBody>
      <dsp:txXfrm>
        <a:off x="3428889" y="5196701"/>
        <a:ext cx="279923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03.06.2025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Biblioteca Universitaria di Napoli - Biblioteca Universitaria di Napoli -  Ecosistema digitale per la cultura della Regione Campania">
            <a:extLst>
              <a:ext uri="{FF2B5EF4-FFF2-40B4-BE49-F238E27FC236}">
                <a16:creationId xmlns:a16="http://schemas.microsoft.com/office/drawing/2014/main" id="{C1E1C3FB-139E-C778-CC02-C277BA2C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43467" y="643466"/>
            <a:ext cx="5982439" cy="2038146"/>
          </a:xfrm>
        </p:spPr>
        <p:txBody>
          <a:bodyPr anchor="t">
            <a:noAutofit/>
          </a:bodyPr>
          <a:lstStyle/>
          <a:p>
            <a:pPr algn="l"/>
            <a:r>
              <a:rPr lang="de-DE" sz="4000" b="1" dirty="0" err="1">
                <a:solidFill>
                  <a:srgbClr val="FFFFFF"/>
                </a:solidFill>
              </a:rPr>
              <a:t>Progetto</a:t>
            </a:r>
            <a:r>
              <a:rPr lang="de-DE" sz="4000" b="1" dirty="0">
                <a:solidFill>
                  <a:srgbClr val="FFFFFF"/>
                </a:solidFill>
              </a:rPr>
              <a:t> di </a:t>
            </a:r>
            <a:r>
              <a:rPr lang="de-DE" sz="4000" b="1" dirty="0" err="1">
                <a:solidFill>
                  <a:srgbClr val="FFFFFF"/>
                </a:solidFill>
              </a:rPr>
              <a:t>una</a:t>
            </a:r>
            <a:r>
              <a:rPr lang="de-DE" sz="4000" b="1" dirty="0">
                <a:solidFill>
                  <a:srgbClr val="FFFFFF"/>
                </a:solidFill>
              </a:rPr>
              <a:t> web </a:t>
            </a:r>
            <a:r>
              <a:rPr lang="de-DE" sz="4000" b="1" dirty="0" err="1">
                <a:solidFill>
                  <a:srgbClr val="FFFFFF"/>
                </a:solidFill>
              </a:rPr>
              <a:t>app</a:t>
            </a:r>
            <a:r>
              <a:rPr lang="de-DE" sz="4000" b="1" dirty="0">
                <a:solidFill>
                  <a:srgbClr val="FFFFFF"/>
                </a:solidFill>
              </a:rPr>
              <a:t> per la </a:t>
            </a:r>
            <a:r>
              <a:rPr lang="de-DE" sz="4000" b="1" dirty="0" err="1">
                <a:solidFill>
                  <a:srgbClr val="FFFFFF"/>
                </a:solidFill>
              </a:rPr>
              <a:t>gestione</a:t>
            </a:r>
            <a:r>
              <a:rPr lang="de-DE" sz="4000" b="1" dirty="0">
                <a:solidFill>
                  <a:srgbClr val="FFFFFF"/>
                </a:solidFill>
              </a:rPr>
              <a:t> di </a:t>
            </a:r>
            <a:r>
              <a:rPr lang="de-DE" sz="4000" b="1" dirty="0" err="1">
                <a:solidFill>
                  <a:srgbClr val="FFFFFF"/>
                </a:solidFill>
              </a:rPr>
              <a:t>una</a:t>
            </a:r>
            <a:r>
              <a:rPr lang="de-DE" sz="4000" b="1" dirty="0">
                <a:solidFill>
                  <a:srgbClr val="FFFFFF"/>
                </a:solidFill>
              </a:rPr>
              <a:t> </a:t>
            </a:r>
            <a:r>
              <a:rPr lang="de-DE" sz="4000" b="1" dirty="0" err="1">
                <a:solidFill>
                  <a:srgbClr val="FFFFFF"/>
                </a:solidFill>
              </a:rPr>
              <a:t>biblioteca</a:t>
            </a:r>
            <a:r>
              <a:rPr lang="de-DE" sz="4000" b="1" dirty="0">
                <a:solidFill>
                  <a:srgbClr val="FFFFFF"/>
                </a:solidFill>
              </a:rPr>
              <a:t> </a:t>
            </a:r>
            <a:r>
              <a:rPr lang="de-DE" sz="4000" b="1" dirty="0" err="1">
                <a:solidFill>
                  <a:srgbClr val="FFFFFF"/>
                </a:solidFill>
              </a:rPr>
              <a:t>scolastica</a:t>
            </a:r>
            <a:endParaRPr lang="de-DE" sz="4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165A4-4B26-A12B-A50A-2354DC6B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OBBIETTIVI PROGETTO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F667366-71D4-6559-F706-418E12CBA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09611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075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13C38-51CB-AD50-CBBA-809DC02DA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FLASK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sellaDiTesto 3"/>
          <p:cNvSpPr txBox="1"/>
          <p:nvPr/>
        </p:nvSpPr>
        <p:spPr>
          <a:xfrm>
            <a:off x="554989" y="2110154"/>
            <a:ext cx="4282984" cy="225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+mj-lt"/>
              </a:rPr>
              <a:t>Flask è un micro framework web per Python</a:t>
            </a:r>
            <a:r>
              <a:rPr lang="en-US" b="1" dirty="0" smtClean="0">
                <a:latin typeface="+mj-lt"/>
              </a:rPr>
              <a:t>.</a:t>
            </a:r>
            <a:endParaRPr lang="en-US" b="1" dirty="0">
              <a:latin typeface="+mj-lt"/>
            </a:endParaRP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latin typeface="+mj-lt"/>
              </a:rPr>
              <a:t>In poche parole, serve per </a:t>
            </a:r>
            <a:r>
              <a:rPr lang="en-US" b="1" dirty="0" err="1">
                <a:latin typeface="+mj-lt"/>
              </a:rPr>
              <a:t>creare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applicazioni</a:t>
            </a:r>
            <a:r>
              <a:rPr lang="en-US" b="1" dirty="0">
                <a:latin typeface="+mj-lt"/>
              </a:rPr>
              <a:t> web in modo semplice e veloce. È leggero, </a:t>
            </a:r>
            <a:r>
              <a:rPr lang="en-US" b="1" dirty="0" err="1">
                <a:latin typeface="+mj-lt"/>
              </a:rPr>
              <a:t>flessibile</a:t>
            </a:r>
            <a:r>
              <a:rPr lang="en-US" b="1" dirty="0">
                <a:latin typeface="+mj-lt"/>
              </a:rPr>
              <a:t> e </a:t>
            </a:r>
            <a:r>
              <a:rPr lang="en-US" b="1" dirty="0" err="1">
                <a:latin typeface="+mj-lt"/>
              </a:rPr>
              <a:t>permette</a:t>
            </a:r>
            <a:r>
              <a:rPr lang="en-US" b="1" dirty="0">
                <a:latin typeface="+mj-lt"/>
              </a:rPr>
              <a:t> di </a:t>
            </a:r>
            <a:r>
              <a:rPr lang="en-US" b="1" dirty="0" err="1">
                <a:latin typeface="+mj-lt"/>
              </a:rPr>
              <a:t>costruire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sia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siti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semplici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che</a:t>
            </a:r>
            <a:r>
              <a:rPr lang="en-US" b="1" dirty="0">
                <a:latin typeface="+mj-lt"/>
              </a:rPr>
              <a:t> API </a:t>
            </a:r>
            <a:r>
              <a:rPr lang="en-US" b="1" dirty="0" err="1">
                <a:latin typeface="+mj-lt"/>
              </a:rPr>
              <a:t>complesse</a:t>
            </a:r>
            <a:r>
              <a:rPr lang="en-US" b="1" dirty="0">
                <a:latin typeface="+mj-lt"/>
              </a:rPr>
              <a:t>, </a:t>
            </a:r>
            <a:r>
              <a:rPr lang="en-US" b="1" dirty="0" err="1">
                <a:latin typeface="+mj-lt"/>
              </a:rPr>
              <a:t>lasciando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molta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libertà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allo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sviluppatore</a:t>
            </a:r>
            <a:r>
              <a:rPr lang="en-US" b="1" dirty="0">
                <a:latin typeface="+mj-lt"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E34A002A-407F-C01D-F5D9-80AF021F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553809"/>
            <a:ext cx="5628018" cy="351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4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E2532-A149-B4DD-50D1-E0DD20DE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38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B501DA-0B21-82E8-0DAC-89C560C2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it-IT" sz="3700">
                <a:solidFill>
                  <a:schemeClr val="bg1"/>
                </a:solidFill>
              </a:rPr>
              <a:t>FUNZIONALITA' PRINCIPALI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91E93DD-29EE-EE49-0921-BBBF68888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257059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939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963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58FB4AD-41E6-47ED-BDA3-A923E30D37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7034"/>
            <a:ext cx="12188949" cy="6858000"/>
            <a:chOff x="-2848" y="0"/>
            <a:chExt cx="12188949" cy="6858000"/>
          </a:xfrm>
        </p:grpSpPr>
        <p:sp>
          <p:nvSpPr>
            <p:cNvPr id="43" name="Color Cover">
              <a:extLst>
                <a:ext uri="{FF2B5EF4-FFF2-40B4-BE49-F238E27FC236}">
                  <a16:creationId xmlns:a16="http://schemas.microsoft.com/office/drawing/2014/main" id="{6BAE21C0-2D03-4FC3-9667-4C4B9CC76B3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 Cover">
              <a:extLst>
                <a:ext uri="{FF2B5EF4-FFF2-40B4-BE49-F238E27FC236}">
                  <a16:creationId xmlns:a16="http://schemas.microsoft.com/office/drawing/2014/main" id="{FCB3CB3B-5D77-4F1E-A155-DF4EE6E859F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F4E70D-A4C9-44E3-A00A-F3AD121AC1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47" name="Color">
              <a:extLst>
                <a:ext uri="{FF2B5EF4-FFF2-40B4-BE49-F238E27FC236}">
                  <a16:creationId xmlns:a16="http://schemas.microsoft.com/office/drawing/2014/main" id="{E8AFF701-6A8D-44BD-8C85-9EE4110F6B1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7D44C50E-4B0D-458E-8745-151B0968E5D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Immagine 5" descr="Understanding Flask and Building Web API using Python and Flask. | by  Nikhil pentapalli | Analytics Vidhya | Medium">
            <a:extLst>
              <a:ext uri="{FF2B5EF4-FFF2-40B4-BE49-F238E27FC236}">
                <a16:creationId xmlns:a16="http://schemas.microsoft.com/office/drawing/2014/main" id="{D855B5FA-D5E8-4F28-DDC3-3995020AA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4" r="6" b="6"/>
          <a:stretch>
            <a:fillRect/>
          </a:stretch>
        </p:blipFill>
        <p:spPr>
          <a:xfrm>
            <a:off x="7082810" y="823198"/>
            <a:ext cx="4166151" cy="2587337"/>
          </a:xfrm>
          <a:prstGeom prst="rect">
            <a:avLst/>
          </a:prstGeom>
        </p:spPr>
      </p:pic>
      <p:pic>
        <p:nvPicPr>
          <p:cNvPr id="4" name="Content Placeholder 3" descr="Icona file CSV. Icona scheda tecnica. Vettore modificabile Immagine e  Vettoriale - Alamy">
            <a:extLst>
              <a:ext uri="{FF2B5EF4-FFF2-40B4-BE49-F238E27FC236}">
                <a16:creationId xmlns:a16="http://schemas.microsoft.com/office/drawing/2014/main" id="{3B27794E-DB31-D087-2A8D-6E0EA52B99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02" r="1" b="35739"/>
          <a:stretch>
            <a:fillRect/>
          </a:stretch>
        </p:blipFill>
        <p:spPr>
          <a:xfrm>
            <a:off x="7082810" y="3440249"/>
            <a:ext cx="4166151" cy="258733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F61F91B-361F-4DD4-9DD1-C381F901CB9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77608" y="6400535"/>
              <a:ext cx="985772" cy="457465"/>
            </a:xfrm>
            <a:custGeom>
              <a:avLst/>
              <a:gdLst>
                <a:gd name="connsiteX0" fmla="*/ 492886 w 985772"/>
                <a:gd name="connsiteY0" fmla="*/ 0 h 460049"/>
                <a:gd name="connsiteX1" fmla="*/ 979365 w 985772"/>
                <a:gd name="connsiteY1" fmla="*/ 396492 h 460049"/>
                <a:gd name="connsiteX2" fmla="*/ 985772 w 985772"/>
                <a:gd name="connsiteY2" fmla="*/ 460049 h 460049"/>
                <a:gd name="connsiteX3" fmla="*/ 0 w 985772"/>
                <a:gd name="connsiteY3" fmla="*/ 460049 h 460049"/>
                <a:gd name="connsiteX4" fmla="*/ 6407 w 985772"/>
                <a:gd name="connsiteY4" fmla="*/ 396492 h 460049"/>
                <a:gd name="connsiteX5" fmla="*/ 492886 w 985772"/>
                <a:gd name="connsiteY5" fmla="*/ 0 h 46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772" h="460049">
                  <a:moveTo>
                    <a:pt x="492886" y="0"/>
                  </a:moveTo>
                  <a:cubicBezTo>
                    <a:pt x="732851" y="0"/>
                    <a:pt x="933061" y="170215"/>
                    <a:pt x="979365" y="396492"/>
                  </a:cubicBezTo>
                  <a:lnTo>
                    <a:pt x="985772" y="460049"/>
                  </a:lnTo>
                  <a:lnTo>
                    <a:pt x="0" y="460049"/>
                  </a:lnTo>
                  <a:lnTo>
                    <a:pt x="6407" y="396492"/>
                  </a:lnTo>
                  <a:cubicBezTo>
                    <a:pt x="52711" y="170215"/>
                    <a:pt x="252921" y="0"/>
                    <a:pt x="492886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4BE75171-35F2-6B0D-9631-31A7FD38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19015"/>
            <a:ext cx="5821537" cy="2545726"/>
          </a:xfrm>
        </p:spPr>
        <p:txBody>
          <a:bodyPr anchor="b">
            <a:normAutofit/>
          </a:bodyPr>
          <a:lstStyle/>
          <a:p>
            <a:r>
              <a:rPr lang="it-IT" sz="4800" dirty="0">
                <a:solidFill>
                  <a:schemeClr val="bg1"/>
                </a:solidFill>
              </a:rPr>
              <a:t>STRUTTURA DEL CODICE</a:t>
            </a:r>
          </a:p>
          <a:p>
            <a:endParaRPr lang="it-IT" sz="4800" dirty="0">
              <a:solidFill>
                <a:schemeClr val="bg1"/>
              </a:solidFill>
            </a:endParaRP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CD005388-9BDE-138B-0357-ABA9D0544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3442089"/>
            <a:ext cx="5821537" cy="25968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b="1" dirty="0">
                <a:solidFill>
                  <a:schemeClr val="bg1"/>
                </a:solidFill>
              </a:rPr>
              <a:t>Moduli utilizzati:</a:t>
            </a:r>
            <a:endParaRPr lang="it-IT" sz="1800" dirty="0">
              <a:solidFill>
                <a:schemeClr val="bg1"/>
              </a:solidFill>
            </a:endParaRPr>
          </a:p>
          <a:p>
            <a:r>
              <a:rPr lang="it-IT" sz="1800" dirty="0" err="1">
                <a:solidFill>
                  <a:schemeClr val="bg1"/>
                </a:solidFill>
                <a:latin typeface="+mj-lt"/>
              </a:rPr>
              <a:t>Flask</a:t>
            </a:r>
            <a:r>
              <a:rPr lang="it-IT" sz="1800" dirty="0">
                <a:solidFill>
                  <a:schemeClr val="bg1"/>
                </a:solidFill>
                <a:latin typeface="+mj-lt"/>
              </a:rPr>
              <a:t> per creare l'applicazione web.</a:t>
            </a:r>
          </a:p>
          <a:p>
            <a:r>
              <a:rPr lang="it-IT" sz="1800" dirty="0">
                <a:solidFill>
                  <a:schemeClr val="bg1"/>
                </a:solidFill>
                <a:latin typeface="+mj-lt"/>
              </a:rPr>
              <a:t>CSV per la gestione dei dati dei libri e dei prestiti.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073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84BE2F-C43D-43D9-A96D-1526003268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E7400609-3385-4926-AD61-85A199F074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9E9E1A20-C3CA-40B4-8D3A-3EAC12D69AF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Immagine 9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775B8F12-CC7C-9050-60E5-AA1733774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18" y="305182"/>
            <a:ext cx="3385500" cy="3306952"/>
          </a:xfrm>
          <a:prstGeom prst="rect">
            <a:avLst/>
          </a:prstGeom>
        </p:spPr>
      </p:pic>
      <p:pic>
        <p:nvPicPr>
          <p:cNvPr id="11" name="Immagine 10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8A2E228E-CADF-22C2-F84B-BD53621AF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418" y="4354316"/>
            <a:ext cx="3795468" cy="219537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5" name="Freeform: Shape 24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25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26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1C9BA1-638E-41F6-10EC-775021A7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91" y="2004645"/>
            <a:ext cx="4879001" cy="21384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SCHEMA DELLE TABELLE CSV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337B1F1-20EF-5BDB-D160-1491D46141FF}"/>
              </a:ext>
            </a:extLst>
          </p:cNvPr>
          <p:cNvSpPr txBox="1"/>
          <p:nvPr/>
        </p:nvSpPr>
        <p:spPr>
          <a:xfrm>
            <a:off x="10158563" y="1775700"/>
            <a:ext cx="155330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/>
              <a:t>libri.csv</a:t>
            </a:r>
          </a:p>
        </p:txBody>
      </p:sp>
      <p:sp>
        <p:nvSpPr>
          <p:cNvPr id="3" name="CasellaDiTesto 11">
            <a:extLst>
              <a:ext uri="{FF2B5EF4-FFF2-40B4-BE49-F238E27FC236}">
                <a16:creationId xmlns:a16="http://schemas.microsoft.com/office/drawing/2014/main" id="{BB4E4516-2A4E-1FD4-9DCA-0A4943198D2C}"/>
              </a:ext>
            </a:extLst>
          </p:cNvPr>
          <p:cNvSpPr txBox="1"/>
          <p:nvPr/>
        </p:nvSpPr>
        <p:spPr>
          <a:xfrm>
            <a:off x="10371474" y="5260729"/>
            <a:ext cx="155330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b="1" dirty="0"/>
              <a:t>prestiti.csv</a:t>
            </a:r>
          </a:p>
        </p:txBody>
      </p:sp>
    </p:spTree>
    <p:extLst>
      <p:ext uri="{BB962C8B-B14F-4D97-AF65-F5344CB8AC3E}">
        <p14:creationId xmlns:p14="http://schemas.microsoft.com/office/powerpoint/2010/main" val="27344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6B89B-0AAB-EAB7-0329-8E9845A8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54" y="181284"/>
            <a:ext cx="2366016" cy="97818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it-IT" sz="3200" b="1" dirty="0"/>
              <a:t>HOMEPAGE</a:t>
            </a: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11C48F1B-1A1A-EDEE-D475-79FD414DA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123" y="1300690"/>
            <a:ext cx="6665320" cy="487162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102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A830C-7CA5-03E2-1FFD-56327625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9E6E8ABF-36B2-FA8A-E7C1-159E1B399F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4EA5C576-888C-6423-619B-35BD2B9545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EEC8E901-9F79-D18D-F18D-D237401B2F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07BC96-3E06-C8C6-290E-6EE7E6B28221}"/>
              </a:ext>
            </a:extLst>
          </p:cNvPr>
          <p:cNvSpPr txBox="1">
            <a:spLocks/>
          </p:cNvSpPr>
          <p:nvPr/>
        </p:nvSpPr>
        <p:spPr>
          <a:xfrm>
            <a:off x="320454" y="181284"/>
            <a:ext cx="4786485" cy="9781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b="1" dirty="0"/>
              <a:t>AGGIUNGI NUOVO LIBRO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E62FAF-E8B4-B3E1-C273-F5902D36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600" y="2161054"/>
            <a:ext cx="5940798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3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9B87F-5B0A-E203-C14D-206D9EF6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507A06FA-419E-5780-FBE2-C25C87D64E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6A3FA4B2-F802-BD97-B609-A3CFED3BD6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C228E0F9-AF7D-C729-9F09-51624D10B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0AC2B6-B76B-6019-4BA8-B7AD5FF660BD}"/>
              </a:ext>
            </a:extLst>
          </p:cNvPr>
          <p:cNvSpPr txBox="1">
            <a:spLocks/>
          </p:cNvSpPr>
          <p:nvPr/>
        </p:nvSpPr>
        <p:spPr>
          <a:xfrm>
            <a:off x="320454" y="181284"/>
            <a:ext cx="3968457" cy="9781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b="1" dirty="0"/>
              <a:t>REGISTRA PRESTITO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4C9E6-F18A-6F58-EB9F-6E1153FC7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529" y="1980920"/>
            <a:ext cx="5614147" cy="350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540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B6A3A-0D94-7B80-64E1-7ACFE71C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61284005-2343-B6D0-C4BD-0FF77E74F1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9F8E8836-15A8-9F43-1378-DD5DDBCC5D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6968DE94-A6A6-D6A6-79B5-D77A2BBEF9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E0337B3-F762-A11C-D742-D7C614198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54" y="181284"/>
            <a:ext cx="4820103" cy="97818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it-IT" sz="3200" b="1" dirty="0"/>
              <a:t>REGISTRA RESTITUZIONE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BDDF5D-D974-FA94-384A-C5EC54BC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334" y="2216244"/>
            <a:ext cx="5594536" cy="327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4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475CC-DE8F-674D-575E-37D64204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BD1145BA-DB53-24F9-40C2-1CF1EE2CF30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0E286566-9770-8460-520E-D51C3451BC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FB44F628-D8B9-6E23-FA22-22BF9DE194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magine 2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EFEA9060-B505-678D-8113-2C86A288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64" y="1709596"/>
            <a:ext cx="6912875" cy="455337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599EE3-6944-60E3-641F-E1C32730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54" y="181284"/>
            <a:ext cx="3363339" cy="97818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it-IT" sz="3200" b="1" dirty="0"/>
              <a:t>LIBRI DISPONIBILI</a:t>
            </a:r>
          </a:p>
        </p:txBody>
      </p:sp>
    </p:spTree>
    <p:extLst>
      <p:ext uri="{BB962C8B-B14F-4D97-AF65-F5344CB8AC3E}">
        <p14:creationId xmlns:p14="http://schemas.microsoft.com/office/powerpoint/2010/main" val="336600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7EC7E-9741-76D1-4983-5D7B86F4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A47B88AB-18C6-7B4B-800C-A97611A77D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4B0CC29A-0B2F-343A-50F5-14499C3A01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87AE50E4-179C-AC2A-B202-BE264B323F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magine 2" descr="Immagine che contiene testo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19EA30D5-FF43-3902-58F6-EF6E9D34A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587" y="1449071"/>
            <a:ext cx="6975662" cy="403010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C13EF9A-FCF7-70EA-3D7F-AD73B6B290B7}"/>
              </a:ext>
            </a:extLst>
          </p:cNvPr>
          <p:cNvSpPr txBox="1">
            <a:spLocks/>
          </p:cNvSpPr>
          <p:nvPr/>
        </p:nvSpPr>
        <p:spPr>
          <a:xfrm>
            <a:off x="320454" y="181284"/>
            <a:ext cx="3587457" cy="9781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b="1" dirty="0"/>
              <a:t>STORICO PRESTITI</a:t>
            </a:r>
          </a:p>
        </p:txBody>
      </p:sp>
    </p:spTree>
    <p:extLst>
      <p:ext uri="{BB962C8B-B14F-4D97-AF65-F5344CB8AC3E}">
        <p14:creationId xmlns:p14="http://schemas.microsoft.com/office/powerpoint/2010/main" val="15245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2D3FC-752C-0E28-87A0-9A214953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0">
            <a:extLst>
              <a:ext uri="{FF2B5EF4-FFF2-40B4-BE49-F238E27FC236}">
                <a16:creationId xmlns:a16="http://schemas.microsoft.com/office/drawing/2014/main" id="{5800AC46-F619-8DAD-2EC4-7EC4111263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Arc 12">
            <a:extLst>
              <a:ext uri="{FF2B5EF4-FFF2-40B4-BE49-F238E27FC236}">
                <a16:creationId xmlns:a16="http://schemas.microsoft.com/office/drawing/2014/main" id="{05700522-B293-B07E-F665-BB7614ABE3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14">
            <a:extLst>
              <a:ext uri="{FF2B5EF4-FFF2-40B4-BE49-F238E27FC236}">
                <a16:creationId xmlns:a16="http://schemas.microsoft.com/office/drawing/2014/main" id="{756A05D3-B946-35F4-8C86-1A9A78CF0B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magine 2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FE238B58-1087-C5BE-3334-1D0D720C3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045" y="1533541"/>
            <a:ext cx="5023757" cy="37944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702ECF5-8B08-9103-A10F-1EF6E3A9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54" y="181284"/>
            <a:ext cx="2478074" cy="97818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it-IT" sz="3200" b="1" dirty="0"/>
              <a:t>TUTTI I LIBRI</a:t>
            </a:r>
          </a:p>
        </p:txBody>
      </p:sp>
    </p:spTree>
    <p:extLst>
      <p:ext uri="{BB962C8B-B14F-4D97-AF65-F5344CB8AC3E}">
        <p14:creationId xmlns:p14="http://schemas.microsoft.com/office/powerpoint/2010/main" val="170548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torie di logotipi ed il nuovo logo di TIM">
            <a:extLst>
              <a:ext uri="{FF2B5EF4-FFF2-40B4-BE49-F238E27FC236}">
                <a16:creationId xmlns:a16="http://schemas.microsoft.com/office/drawing/2014/main" id="{C727883C-45C3-72A2-BB82-290922F51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99" b="16646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8F36D3-F14C-A1B5-4445-954DF707A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93" y="3707358"/>
            <a:ext cx="3014537" cy="24981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+mj-lt"/>
              </a:rPr>
              <a:t>GENNARO BONANNO</a:t>
            </a:r>
            <a:endParaRPr lang="en-US" sz="1800" dirty="0">
              <a:latin typeface="+mj-lt"/>
            </a:endParaRP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MANUEL CATONE</a:t>
            </a:r>
          </a:p>
          <a:p>
            <a:pPr marL="0" indent="0">
              <a:buNone/>
            </a:pPr>
            <a:r>
              <a:rPr lang="en-US" sz="1800" dirty="0">
                <a:latin typeface="+mj-lt"/>
              </a:rPr>
              <a:t>MATTIA PICCOLO 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463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162</Words>
  <Application>Microsoft Office PowerPoint</Application>
  <PresentationFormat>Widescreen</PresentationFormat>
  <Paragraphs>29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di Office</vt:lpstr>
      <vt:lpstr>Progetto di una web app per la gestione di una biblioteca scolastica</vt:lpstr>
      <vt:lpstr>OBBIETTIVI PROGETTO</vt:lpstr>
      <vt:lpstr>FLASK</vt:lpstr>
      <vt:lpstr>FUNZIONALITA' PRINCIPALI</vt:lpstr>
      <vt:lpstr>STRUTTURA DEL CODICE </vt:lpstr>
      <vt:lpstr>SCHEMA DELLE TABELLE CSV</vt:lpstr>
      <vt:lpstr>HOMEPAGE</vt:lpstr>
      <vt:lpstr>Presentazione standard di PowerPoint</vt:lpstr>
      <vt:lpstr>Presentazione standard di PowerPoint</vt:lpstr>
      <vt:lpstr>REGISTRA RESTITUZIONE</vt:lpstr>
      <vt:lpstr>LIBRI DISPONIBILI</vt:lpstr>
      <vt:lpstr>Presentazione standard di PowerPoint</vt:lpstr>
      <vt:lpstr>TUTTI I LIBRI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di una web app per la gestione di una biblioteca scolastica</dc:title>
  <dc:creator>Gennaro Bonanno</dc:creator>
  <cp:lastModifiedBy>Mattia Piccolo</cp:lastModifiedBy>
  <cp:revision>446</cp:revision>
  <dcterms:created xsi:type="dcterms:W3CDTF">2025-05-28T15:35:46Z</dcterms:created>
  <dcterms:modified xsi:type="dcterms:W3CDTF">2025-06-03T08:30:40Z</dcterms:modified>
</cp:coreProperties>
</file>